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0A046-8789-D6FF-2FCA-853C00233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6814A7-908E-D79D-F28E-107E8452D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BB89-F0AF-8896-F77F-600F4C06B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8357-C998-EBC2-D7F8-53C51C1C1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00483-9722-C5F3-0092-EDD699E0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67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F761-BDE6-BCE5-B707-7BE69C25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F327-09BA-922C-123E-89B44B14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4CC69-6ABF-7443-AD6D-D6D9FEDC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3FEFD-7681-EEE5-59A3-12D7C564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39A90-C266-134E-9A89-6D821CE3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5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DF2E-6EBA-2126-B2C5-77C0C7DE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C2D75-EC35-85F7-6879-B5A51BCCB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13A0-4627-3594-097E-5DD9E095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C9345-1F62-155F-A7C1-06527D80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2ED6A-5E92-F1D2-E227-39C056C6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7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CD5E-C3D6-FA66-C587-F87F33D3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DF468-9528-19B3-A6DC-8AF8C3811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573BC-105B-9DC2-3ED9-D39BF3F28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F3C48-3B6B-1B2E-DCC1-7E2A46EFC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58BC5-59AA-6B8D-1E28-3602C1216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6927C-B74F-116D-12A5-25130732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847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AFB4-7A08-645E-9D26-B3B65B92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E9BF-606C-05F3-E802-CFA78DCC2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4846E-9ECD-B746-19C2-A972090B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2C0E2-609D-DCED-20F9-D1B8A307D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CED96-1B64-C8BC-366B-AC1271191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CF20F-8123-50B6-6ED3-B339ED02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84BC0F-981F-9BAC-0D8E-251B40E8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496A1-E91C-5FA1-381C-E3A0EAF11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7217-D094-FBEA-4209-D22634BB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3FB1C-40C7-09A0-67FF-943B7E44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E7CEA-1593-D862-AB46-F1C9129AD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98D6C-EE6F-B57B-B67B-63FC2A65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7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891D2-E56A-6543-85C0-F7479BB0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D15F4-81BA-FF22-42AD-5B5EB4AB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D8A00-9495-9603-B083-78DD8A92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8B76-119C-8EC8-7412-F9463E99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CFB4-11D6-00A6-86C3-CF403558B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FC6F0-AD69-2368-5F61-84B2A7F60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3DCCA-866E-ED11-F373-C9E91B65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AB9F3-75EC-A1D0-67C6-BB9D72E6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21A90-FF96-94B9-51F2-DB9DB788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3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26C1-5FFB-5045-FDD9-180152C3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AC9A1-91C7-BBD1-B0E8-61C1F10D2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71D99-5BC2-A0A4-17C9-128973044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95C29-A610-E901-4446-38EEC276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A31B7-66B2-EE0E-94D1-0B4F5FF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54CCC-CF8D-1ECE-3784-4EEE6F76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EE32-A2C6-147B-5858-37494982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749CE-0083-0E79-47F6-0D9B6A282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25187-C252-3ACB-DE4F-FF649B43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4DEB5-7C45-B444-AB41-BA913E17D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8642-B3A6-7B2B-1829-672A7A7F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45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5E6C2C-B553-121C-3548-B4607E4BB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AC7D5-0E05-B1C9-5EE0-6D1DA549B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CAB34-6A8C-981C-FBA4-D54DB1B1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0EF8E-8FB4-99CE-5FFD-5D9CE1F1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2C70-7575-4995-1EB1-95B3A3A44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2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D9AF6-7297-2FCC-E610-17973272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90950-29DF-F5A0-F90C-BB17191CB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9B6FF-920D-7E75-A13D-6807BCEC9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EB38F-B6AF-F24E-9890-7642A454CE7B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DD3F8-AD1B-911C-BA2D-5FB7DFB8A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03DC-F9F1-6E6B-FF87-C6CB44EEA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8894E-AF47-AA47-90A9-81CE8D65A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2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712F-342E-6577-2493-56C8506E6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Sundai CV Hack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53632-B533-1959-D647-4ECEFAE2FA9A}"/>
              </a:ext>
            </a:extLst>
          </p:cNvPr>
          <p:cNvSpPr txBox="1"/>
          <p:nvPr/>
        </p:nvSpPr>
        <p:spPr>
          <a:xfrm>
            <a:off x="5701500" y="3636334"/>
            <a:ext cx="1125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24847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EE792-D4F0-54C0-F592-4BEA1B23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6DD84-BC39-DED1-E925-E8C74886A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1</a:t>
            </a:r>
          </a:p>
        </p:txBody>
      </p:sp>
    </p:spTree>
    <p:extLst>
      <p:ext uri="{BB962C8B-B14F-4D97-AF65-F5344CB8AC3E}">
        <p14:creationId xmlns:p14="http://schemas.microsoft.com/office/powerpoint/2010/main" val="345453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EE78-0795-B0DC-46D5-23CBBB60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C52A2-DCDF-7B16-D62E-A8D14FEC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9341F-C73F-578F-6F46-B6DE63A72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</p:spTree>
    <p:extLst>
      <p:ext uri="{BB962C8B-B14F-4D97-AF65-F5344CB8AC3E}">
        <p14:creationId xmlns:p14="http://schemas.microsoft.com/office/powerpoint/2010/main" val="1729729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A380-2E31-6B91-9EF5-38488538A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243" y="24011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End.</a:t>
            </a:r>
          </a:p>
        </p:txBody>
      </p:sp>
    </p:spTree>
    <p:extLst>
      <p:ext uri="{BB962C8B-B14F-4D97-AF65-F5344CB8AC3E}">
        <p14:creationId xmlns:p14="http://schemas.microsoft.com/office/powerpoint/2010/main" val="897198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</Words>
  <Application>Microsoft Macintosh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Sundai CV Hack</vt:lpstr>
      <vt:lpstr>Slide 1</vt:lpstr>
      <vt:lpstr>Slide 2</vt:lpstr>
      <vt:lpstr>The End.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 Ngweta</dc:creator>
  <cp:lastModifiedBy>Lilian Ngweta</cp:lastModifiedBy>
  <cp:revision>5</cp:revision>
  <dcterms:created xsi:type="dcterms:W3CDTF">2026-03-01T20:03:30Z</dcterms:created>
  <dcterms:modified xsi:type="dcterms:W3CDTF">2026-03-01T20:36:25Z</dcterms:modified>
</cp:coreProperties>
</file>